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HTTP / SSE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审核 Sample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Cell / Attempt / Event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Prompt SHA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Profile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Preview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Attempt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Judge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Gate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4708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2615184"/>
            <a:ext cx="5477256" cy="2935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dex-02-regression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5440680" cy="28986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真实会话 · run_33efe8…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EditFlow：可公开、可复现、仍然足够真实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HTTP/SSE Target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External tool execution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雪山背景与 4:5 裁剪，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治理风险并沉淀存档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先冻结身份与不变量、分类资产，最终把整次迭代固化为 PI 存档。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" y="4078224"/>
            <a:ext cx="6025896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kill-pi-arch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096512"/>
            <a:ext cx="5989320" cy="20939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86600" y="409651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49884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brighten_only 不过度路由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48188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81888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asset miss 不编造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513892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3892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preserve_subject 跨工具传播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54589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458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一步完成不破坏专用工具边界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5833872"/>
            <a:ext cx="4389120" cy="45720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5888736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Draft → 人工审核 → approved；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创建者不能批准自己创建的资产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27278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Menlo"/>
              </a:rPr>
              <a:t>迭代存档 docs/prompt-iterations/PI-20260814-01：before/after Prompt · 身份 · 用例 · Run · 指标 · 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37943"/>
            <a:ext cx="6665976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x-01-skill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56231"/>
            <a:ext cx="6629400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41264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Menlo"/>
              </a:rPr>
              <a:t>真实 Codex 会话：读取 Skill → MCP 冻结身份 → 最小 Prompt Diff（修改范围：system.md + tool description）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就没有验收资格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preserve_subject 传播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sample_9344…1339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47088"/>
            <a:ext cx="6757416" cy="36210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ill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65376"/>
            <a:ext cx="6720840" cy="3584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595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真实工程 Skill 生态（lassist 生产 Agent 工程）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865376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933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2395728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真实业务评测闭环 · 11 个评测/治理 Skill 常态使用 · AgentTeams 协作范式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090672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186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621024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协议无关 Driver · 低副作用 Provider · Canonical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4315968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4439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484632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Codex + 项目 Skill + PI 存档 · 普通用户 Web Assistant · CI / 发布 Gate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正式录制已闭环；全部证据来自干净录制库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展示；正式录制必须生成新 ID；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