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run_33efe8…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EditFlow：可公开、可复现、仍然足够真实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治理风险并沉淀存档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先冻结身份与不变量、分类资产，最终把整次迭代固化为 PI 存档。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" y="4078224"/>
            <a:ext cx="6025896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kill-pi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096512"/>
            <a:ext cx="5989320" cy="20939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86600" y="409651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49884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brighten_only 不过度路由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8188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1888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asset miss 不编造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513892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3892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preserve_subject 跨工具传播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54589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458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一步完成不破坏专用工具边界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5833872"/>
            <a:ext cx="4389120" cy="45720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588873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Draft → 人工审核 → approved；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创建者不能批准自己创建的资产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2727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Menlo"/>
              </a:rPr>
              <a:t>迭代存档 docs/prompt-iterations/PI-20260814-01：before/after Prompt · 身份 · 用例 · Run · 指标 · 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47088"/>
            <a:ext cx="6757416" cy="36210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65376"/>
            <a:ext cx="6720840" cy="3584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595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真实工程 Skill 生态（lassist 生产 Agent 工程）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65376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933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39572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真实业务评测闭环 · 11 个评测/治理 Skill 常态使用 · AgentTeams 协作范式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090672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186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62102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协议无关 Driver · 低副作用 Provider · Canonical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315968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4439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484632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Codex + 项目 Skill + PI 存档 · 普通用户 Web Assistant · CI / 发布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真实生产使用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同一个 Skill，在真实生产 Agent 工程里天天在跑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Claude Code / Codex 按 prompt-regression-governance 驱动真实项目的提示词优化与回归验收。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6620256" cy="368503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live-01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6583680" cy="3648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596128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goal 模式整段执行：建 PI 档案 → 冻结基线 → 精读能力路由 → 手术级 diff 瘦身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10512"/>
            <a:ext cx="4078224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d-platform-batch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7" y="1828800"/>
            <a:ext cx="4041648" cy="20939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406640" y="4187952"/>
            <a:ext cx="4078224" cy="2276856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d-live-03-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7" y="4206240"/>
            <a:ext cx="4041648" cy="2240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24927" y="4005072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内部评测平台:30 个批次任务,LIVE API 常态运行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7" y="6483096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v4 终态:四表面 −16%,硬例 20/20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生产级验收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生产项目的 PI 验收报告：实证迭代、如实披露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55 Cell 矩阵、2064 项单测基线、v1→v4 四轮输入修正与 before 归因闭环。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17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335024" y="1828800"/>
            <a:ext cx="9500615" cy="42611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p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1847088"/>
            <a:ext cx="9464040" cy="422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6236208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docs/prompt-iterations/…/PI-20260815-01 · decision: ACCEPT（带披露） · 硬性规则 20/20 · 语义 43 Cell 干净 + 1 Cell 4/5 披露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展示；全部 ID 来自干净录制库；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