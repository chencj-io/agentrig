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
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
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公开脱敏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
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
HTTP / SSE
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
审核 Sample
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
Cell / Attempt / Event
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
Prompt SHA
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
Profile
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
Preview
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
Attempt
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
Judge
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
Gate
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40680" cy="38862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72968"/>
            <a:ext cx="47091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读取代码、Prompt Diff 和业务不变量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查询、创建并治理 Case / Sample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Preview 后按 Manifest 提交回归矩阵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基于 Timeline 修复并输出验收结论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5093208"/>
            <a:ext cx="214884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改软件 + 治回归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EditFlow：可复现、可脱敏、仍然足够真实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
HTTP/SSE Target
External tool execution
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次：3 Pass / 2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
雪山背景与 4:5 裁剪，
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04c0bad3…966ec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run_4122698d…55dfa5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先冻结身份与不变量，再查询 AgentRig 资产并分类。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06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73659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3659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brighten_only_no_over_routing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473659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简单调亮不能拆成素材或裁剪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10235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0235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asset_search_miss_no_invention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10235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搜索为空不能编造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46811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46811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preserve_subject_propagation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546811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人物保护必须跨工具传播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83387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8338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one_step_mixed_chain_boundary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83387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一步完成也不能绕过专用工具边界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190488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80" b="1">
                <a:solidFill>
                  <a:srgbClr val="C84438"/>
                </a:solidFill>
                <a:latin typeface="PingFang SC"/>
              </a:rPr>
              <a:t>Draft → 人工审核 → approved；创建者不能批准自己创建的资产。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56231"/>
            <a:ext cx="6629400" cy="4114800"/>
          </a:xfrm>
          <a:prstGeom prst="rect">
            <a:avLst/>
          </a:prstGeom>
          <a:solidFill>
            <a:srgbClr val="0E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109728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PROMPT DIFF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5943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20" b="0">
                <a:solidFill>
                  <a:srgbClr val="D7E0E4"/>
                </a:solidFill>
                <a:latin typeface="Menlo"/>
              </a:rPr>
              <a:t>- retouch_photo 可完成复合图片编辑
+ retouch_photo 仅处理亮度、对比度等像素调整
+ 背景/素材必须 search_assets → apply_asset
+ 比例必须 crop_photo
+ 下一工具消费最新 output_image_ref
+ preserve_subject 传播到相关工具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5422392"/>
            <a:ext cx="53035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8EA5FF"/>
                </a:solidFill>
                <a:latin typeface="Menlo"/>
              </a:rPr>
              <a:t>修改范围：system.md + tool 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
就没有验收资格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
3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run_38a956…e84a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
✓ preserve_subject 传播
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run_6791c…869e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evt_7581c…be80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sample_editflow…0814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run_6294d…61d1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run_76307b…d28b9
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真实业务评测闭环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工作台交互经验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AgentTeams 协作范式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协议无关 Driver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低副作用 Provider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Canonical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66175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Codex + 项目 Skill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普通用户 Web Assistant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CI / 发布 Gate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彩排已闭环；正式拍摄重新生成一套不可拼接的新证据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3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2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展示；正式录制必须生成新 ID；
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