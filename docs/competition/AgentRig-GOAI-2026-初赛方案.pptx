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公开脱敏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HTTP / SSE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审核 Sample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Cell / Attempt / Event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Prompt SHA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Profile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Preview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Attempt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Judge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Gate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4708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2615184"/>
            <a:ext cx="5477256" cy="2935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dex-02-regression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5440680" cy="28986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真实会话 · run_79367a…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EditFlow：可复现、可脱敏、仍然足够真实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HTTP/SSE Target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External tool execution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雪山背景与 4:5 裁剪，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先冻结身份与不变量，再查询 AgentRig 资产并分类。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06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73659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3659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brighten_only_no_over_routing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473659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简单调亮不能拆成素材或裁剪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10235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10235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asset_search_miss_no_invention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10235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搜索为空不能编造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46811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46811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preserve_subject_propagation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546811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人物保护必须跨工具传播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83387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83387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one_step_mixed_chain_boundary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583387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一步完成也不能绕过专用工具边界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6190488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80" b="1">
                <a:solidFill>
                  <a:srgbClr val="C84438"/>
                </a:solidFill>
                <a:latin typeface="PingFang SC"/>
              </a:rPr>
              <a:t>Draft → 人工审核 → approved；创建者不能批准自己创建的资产。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37943"/>
            <a:ext cx="6665976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x-01-skill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56231"/>
            <a:ext cx="6629400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41264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Menlo"/>
              </a:rPr>
              <a:t>真实 Codex 会话：读取 Skill → MCP 冻结身份 → 最小 Prompt Diff（修改范围：system.md + tool description）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就没有验收资格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preserve_subject 传播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sample_9344…1339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13055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真实业务评测闭环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工作台交互经验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AgentTeams 协作范式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64024" y="213055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4024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协议无关 Driver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低副作用 Provider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Canonical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66175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0496" y="213055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Codex + 项目 Skill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普通用户 Web Assistant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CI / 发布 Gate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正式录制已闭环；全部证据来自干净录制库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展示；正式录制必须生成新 ID；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