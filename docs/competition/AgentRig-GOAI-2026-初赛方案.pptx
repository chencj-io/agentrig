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</a:t>
            </a:r>
          </a:p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</a:t>
            </a:r>
          </a:p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HTTP / SSE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审核 Sample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Cell / Attempt / Event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Prompt SHA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Profile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Preview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Attempt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Judge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Gate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84708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2615184"/>
            <a:ext cx="5477256" cy="29352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dex-02-regression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633472"/>
            <a:ext cx="5440680" cy="28986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632704"/>
            <a:ext cx="2651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真实会话 · run_33efe8…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EditFlow：可公开、可复现、仍然足够真实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HTTP/SSE Target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External tool execution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雪山背景与 4:5 裁剪，</a:t>
            </a:r>
          </a:p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治理风险并沉淀存档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先冻结身份与不变量、分类资产，最终把整次迭代固化为 PI 存档。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" y="4078224"/>
            <a:ext cx="6025896" cy="21305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kill-pi-arch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4096512"/>
            <a:ext cx="5989320" cy="20939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86600" y="409651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04888" y="449884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449884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brighten_only 不过度路由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04888" y="481888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0" y="481888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asset miss 不编造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513892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13892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preserve_subject 跨工具传播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04888" y="5458968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5458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2B312F"/>
                </a:solidFill>
                <a:latin typeface="PingFang SC"/>
              </a:rPr>
              <a:t>一步完成不破坏专用工具边界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5833872"/>
            <a:ext cx="4389120" cy="45720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69480" y="5888736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Draft → 人工审核 → approved；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80" b="1">
                <a:solidFill>
                  <a:srgbClr val="C84438"/>
                </a:solidFill>
                <a:latin typeface="PingFang SC"/>
              </a:rPr>
              <a:t>创建者不能批准自己创建的资产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" y="6272784"/>
            <a:ext cx="6035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Menlo"/>
              </a:rPr>
              <a:t>迭代存档 docs/prompt-iterations/PI-20260814-01：before/after Prompt · 身份 · 用例 · Run · 指标 · 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37943"/>
            <a:ext cx="6665976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odex-01-skill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56231"/>
            <a:ext cx="6629400" cy="35295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41264"/>
            <a:ext cx="6629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Menlo"/>
              </a:rPr>
              <a:t>真实 Codex 会话：读取 Skill → MCP 冻结身份 → 最小 Prompt Diff（修改范围：system.md + tool description）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就没有验收资格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preserve_subject 传播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sample_9344…1339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</a:t>
            </a:r>
          </a:p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847088"/>
            <a:ext cx="6757416" cy="362102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kill-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65376"/>
            <a:ext cx="6720840" cy="35844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3232" y="5559552"/>
            <a:ext cx="6675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真实工程 Skill 生态（lassist 生产 Agent 工程）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0960" y="1865376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82127" y="2011680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93392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82127" y="2395728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真实业务评测闭环 · 11 个评测/治理 Skill 常态使用 · AgentTeams 协作范式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80960" y="3090672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82127" y="3236976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2186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3621024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协议无关 Driver · 低副作用 Provider · Canonical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680960" y="4315968"/>
            <a:ext cx="3794760" cy="109728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446227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4443984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82127" y="4846320"/>
            <a:ext cx="3429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80" b="0">
                <a:solidFill>
                  <a:srgbClr val="67706B"/>
                </a:solidFill>
                <a:latin typeface="PingFang SC"/>
              </a:rPr>
              <a:t>Codex + 项目 Skill + PI 存档 · 普通用户 Web Assistant · CI / 发布 Gate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真实生产使用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同一个 Skill，在真实生产 Agent 工程里天天在跑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Claude Code / Codex 按 prompt-regression-governance 驱动真实项目的提示词优化与回归验收。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6620256" cy="368503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live-01-s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828800"/>
            <a:ext cx="6583680" cy="36484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8368" y="5596128"/>
            <a:ext cx="6583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goal 模式整段执行：建 PI 档案 → 冻结基线 → 精读能力路由 → 手术级 diff 瘦身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810512"/>
            <a:ext cx="4078224" cy="2276856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rod-live-02-regress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4927" y="1828800"/>
            <a:ext cx="4041648" cy="224028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406640" y="4187952"/>
            <a:ext cx="4078224" cy="2276856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rod-live-03-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4927" y="4206240"/>
            <a:ext cx="4041648" cy="22402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24927" y="4078224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哨兵异常 → 归因 → 修用例/修输入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7" y="6483096"/>
            <a:ext cx="404164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0">
                <a:solidFill>
                  <a:srgbClr val="67706B"/>
                </a:solidFill>
                <a:latin typeface="PingFang SC"/>
              </a:rPr>
              <a:t>v4 终态:四表面 −16%,硬例 20/20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生产级验收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生产项目的 PI 验收报告：实证迭代、如实披露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55 Cell 矩阵、2064 项单测基线、v1→v4 四轮输入修正与 before 归因闭环。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17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1335024" y="1828800"/>
            <a:ext cx="9500615" cy="42611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rod-pi-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312" y="1847088"/>
            <a:ext cx="9464040" cy="422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353312" y="6236208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Menlo"/>
              </a:rPr>
              <a:t>docs/prompt-iterations/…/PI-20260815-01 · decision: ACCEPT（带披露） · 硬性规则 20/20 · 语义 43 Cell 干净 + 1 Cell 4/5 披露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正式录制已闭环；全部证据来自干净录制库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18 / 18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展示；全部 ID 来自干净录制库；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