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B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28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6035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1080" y="60350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8B0AC"/>
                </a:solidFill>
                <a:latin typeface="PingFang SC"/>
              </a:rPr>
              <a:t>GOAI 2026 ·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让 Agent 的每次变化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都有可发布的证据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>
                <a:solidFill>
                  <a:srgbClr val="CAD0CD"/>
                </a:solidFill>
                <a:latin typeface="PingFang SC"/>
              </a:rPr>
              <a:t>真实推理 · 受控副作用 · 行为级回归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30752"/>
            <a:ext cx="5074920" cy="10972"/>
          </a:xfrm>
          <a:prstGeom prst="rect">
            <a:avLst/>
          </a:prstGeom>
          <a:solidFill>
            <a:srgbClr val="36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Codex 改变 Agent，AgentRig 把改变固化成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Case、Run、Timeline、Sample 与 Gate。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9944" y="1143000"/>
            <a:ext cx="5111496" cy="32095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ditflow-04-accep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161288"/>
            <a:ext cx="5074920" cy="31729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EDITFLOW · 30 / 30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A8B0AC"/>
                </a:solidFill>
                <a:latin typeface="PingFang SC"/>
              </a:rPr>
              <a:t>公开脱敏 Agent · 真实 Agno + DeepSeek · 本地可复现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Helvetica Neue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Prompt 改一行，Agent 行为可能变五层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最终回答相似，不代表工具选择、参数、顺序和结果引用仍然正确。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一次成功 Demo，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不足以批准一次发布。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3886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80" b="0">
                <a:solidFill>
                  <a:srgbClr val="67706B"/>
                </a:solidFill>
                <a:latin typeface="PingFang SC"/>
              </a:rPr>
              <a:t>Agent 的概率性与工具副作用，使传统单元测试和纯 Mock 都无法独立回答发布问题。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572000"/>
            <a:ext cx="3931920" cy="694944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SC"/>
              </a:rPr>
              <a:t>目标：真实决策，受控执行，可审计结论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92807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019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调用哪个工具，是否过度路由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5504" y="2505456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825496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参数传播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人物保护、素材 ID、图片引用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438144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7581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调用顺序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检查、修改、搜索、应用、裁剪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4370832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69087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执行成本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7000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图片、支付、发信与生产写入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5504" y="5303520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产品边界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 不替 Agent 回答，只治理评测边界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模型仍真实推理；工具结果来源、事实记录与裁决责任被独立控制。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真实被测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模型推理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HTTP / SSE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Session 与工具选择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5424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工具结果 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Fixture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审核 Sample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Simulator / Real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5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7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事实与裁决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7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Manifest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Cell / Attempt / Event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Rule / Judge / Human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2" y="5522976"/>
            <a:ext cx="8211312" cy="50292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650992"/>
            <a:ext cx="7818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保留决策真实性　｜　隔离工具副作用　｜　裁决不污染事实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Identity → Asset → Run → Evidence →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每一层都有稳定身份；历史 Run 不被修复动作覆盖。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Target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Prompt SHA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Tool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Profile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Canonical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Preview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Cell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Attempt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Rule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Judge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3952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5898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5898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Report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Gate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Audit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34009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21617"/>
                </a:solidFill>
                <a:latin typeface="PingFang SC"/>
              </a:rPr>
              <a:t>同一事实链支持本地调试、团队评审、CI Gate 与生产回灌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806440"/>
            <a:ext cx="8549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不是一张绿色分数卡，而是一条可定位、可复跑、可追责的发布证据链。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双入口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不同能力可以给出不同方案，共享同一种证据合同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面向开发者闭环；Web 助手面向产品、运营与测试人员。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4708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2140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Codex + 项目 Skill + MCP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2615184"/>
            <a:ext cx="5477256" cy="2935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dex-02-regression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633472"/>
            <a:ext cx="5440680" cy="28986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主入口 · 真实会话 · run_33efe8…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828800"/>
            <a:ext cx="5120640" cy="3886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2084831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PRODUCT /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21617"/>
                </a:solidFill>
                <a:latin typeface="PingFang SC"/>
              </a:rPr>
              <a:t>AgentRig 智能评测助手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172968"/>
            <a:ext cx="431596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自然语言描述评测目标和成本边界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模型生成自己的可编辑计划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高成本执行必须人工确认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复用 Target、Case、Run 与报告资产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辅助入口 · 无需 MCP 知识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971032"/>
            <a:ext cx="8412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67706B"/>
                </a:solidFill>
                <a:latin typeface="PingFang SC"/>
              </a:rPr>
              <a:t>不要求两种模型生成同一方案；要求每个结论都能回到冻结资产和运行证据。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公开被测对象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EditFlow：可复现、可脱敏、仍然足够真实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lassist 的真实修图链路为基础，去除私有素材、版本与基础设施依赖。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40480" cy="41148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OPEN DEMO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88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ingFang SC"/>
              </a:rPr>
              <a:t>Agno + 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346704"/>
            <a:ext cx="301752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PostgreSQL Session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HTTP/SSE Target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External tool execution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Local deterministic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309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8EA5FF"/>
                </a:solidFill>
                <a:latin typeface="PingFang SC"/>
              </a:rPr>
              <a:t>不上传图片 · 不调用第三方图片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74519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188366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读取图片属性与主体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404872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2642615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6517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亮度、对比度等像素调整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172968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410712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34198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搜索受控素材并返回真实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3941063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4178807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187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消费素材 ID 与最新图片引用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4709159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0992" y="4946903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560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按目标比例裁剪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77255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5715000"/>
            <a:ext cx="6172200" cy="38404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2352" y="580644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真实：模型、协议、Session、工具决策　｜　受控：图片工具结果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真实回归 ·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同一冻结 Case 跑 5 次：2 Pass / 3 Behavior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单次成功掩盖模型方差；父 Run completed 不等于业务验收通过。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86200" cy="431596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1226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HEADLINE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51760"/>
            <a:ext cx="31089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一步完成调亮、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雪山背景与 4:5 裁剪，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并保持人物。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62686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case_editflow_one_step_mixed_chain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1937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Manifest  bb5008e6…6766aa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55955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Prompt SHA 43157c…9572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2996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514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0299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Behavior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0299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5146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Independent Attempts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035808"/>
            <a:ext cx="59436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0156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C84438"/>
                </a:solidFill>
                <a:latin typeface="PingFang SC"/>
              </a:rPr>
              <a:t>失败轨迹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822191"/>
            <a:ext cx="5925312" cy="109728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6672" y="4096512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C84438"/>
                </a:solidFill>
                <a:latin typeface="Menlo"/>
              </a:rPr>
              <a:t>retouch_photo  →  inspect_image  →  search_assets  →  apply_asset  →  crop_photo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2122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B312F"/>
                </a:solidFill>
                <a:latin typeface="PingFang SC"/>
              </a:rPr>
              <a:t>检查有时落在调亮之后，违反“先检查再修改”的冻结行为契约。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7424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67706B"/>
                </a:solidFill>
                <a:latin typeface="Menlo"/>
              </a:rPr>
              <a:t>Run  run_61e76493…8d9c03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Codex +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不是盲目增加用例，而是按 Prompt Diff 治理风险并沉淀存档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项目 Skill 先冻结身份与不变量、分类资产，最终把整次迭代固化为 PI 存档。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已有用例已覆盖，直接进入矩阵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行为契约变化，增强现有断言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变更引入新风险，现场创建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EXCLUDE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与本次 Prompt Diff 无关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" y="4078224"/>
            <a:ext cx="6025896" cy="2130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kill-pi-arch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096512"/>
            <a:ext cx="5989320" cy="20939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86600" y="409651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本次防回归矩阵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49884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49884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brighten_only 不过度路由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48188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81888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asset miss 不编造 asset_id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4888" y="513892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3892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preserve_subject 跨工具传播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4888" y="545896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458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一步完成不破坏专用工具边界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5833872"/>
            <a:ext cx="4389120" cy="45720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9480" y="5888736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Draft → 人工审核 → approved；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创建者不能批准自己创建的资产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627278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Menlo"/>
              </a:rPr>
              <a:t>迭代存档 docs/prompt-iterations/PI-20260814-01：before/after Prompt · 身份 · 用例 · Run · 指标 · 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最小修复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只改模型可见边界，并用 Prompt SHA 证明 Candidate 已生效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HTTP/SSE 适配层没有加入关键词路由，也没有为视频写死答案。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37943"/>
            <a:ext cx="6665976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dex-01-skill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56231"/>
            <a:ext cx="6629400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41264"/>
            <a:ext cx="6629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Menlo"/>
              </a:rPr>
              <a:t>真实 Codex 会话：读取 Skill → MCP 冻结身份 → 最小 Prompt Diff（修改范围：system.md + tool description）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659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C84438"/>
                </a:solidFill>
                <a:latin typeface="PingFang SC"/>
              </a:rPr>
              <a:t>BEFORE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04872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C84438"/>
                </a:solidFill>
                <a:latin typeface="Menlo"/>
              </a:rPr>
              <a:t>43157c…9572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99232"/>
            <a:ext cx="324612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3649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803904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7745A"/>
                </a:solidFill>
                <a:latin typeface="Menlo"/>
              </a:rPr>
              <a:t>71adb3…f7fd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599432"/>
            <a:ext cx="3246120" cy="713232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4773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SHA 不变，Candidate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就没有验收资格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678424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67706B"/>
                </a:solidFill>
                <a:latin typeface="PingFang SC"/>
              </a:rPr>
              <a:t>仓库门禁：34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Candidate 回归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 Case 5/5；六 Case 矩阵 30/30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每次 Attempt 都独立执行；没有用一个绿色总分掩盖方差。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2-candidat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56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95681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4432" y="24414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926080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4432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4325112"/>
            <a:ext cx="1993392" cy="1005840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8048" y="4535424"/>
            <a:ext cx="1645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headline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2 / 5 → 5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5650992"/>
            <a:ext cx="1993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30" b="0">
                <a:solidFill>
                  <a:srgbClr val="67706B"/>
                </a:solidFill>
                <a:latin typeface="Menlo"/>
              </a:rPr>
              <a:t>run_3afacf…4793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行为证据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不只验证最终文字：完整 Timeline 可以下钻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工具参数、Provider 来源、结果引用与裁决都关联同一 Attempt。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220455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183879" cy="4608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94767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2368" y="256946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8" y="319125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81304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434840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5102352"/>
            <a:ext cx="2084831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53766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asset_id 来自搜索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preserve_subject 传播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image_ref 逐步更新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低副作用核心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真实工具结果，如何变成可审核的零真实调用回归资产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真实来源、人工责任和重复成本被放进同一条证据链。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 MCP 调用 1 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run_db173d…59ef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持久化 real_tool 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A76509"/>
                </a:solidFill>
                <a:latin typeface="Menlo"/>
              </a:rPr>
              <a:t>evt_32fb37…f80d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 创建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sample_9344…1339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人类批准来源与边界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C84438"/>
                </a:solidFill>
                <a:latin typeface="Menlo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64624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Sample-only ×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17745A"/>
                </a:solidFill>
                <a:latin typeface="Menlo"/>
              </a:rPr>
              <a:t>run_1a209c…0b90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47088" y="5513832"/>
            <a:ext cx="8503920" cy="56692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8256" y="5669280"/>
            <a:ext cx="81015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PingFang SC"/>
              </a:rPr>
              <a:t>Replay：5 / 5 Sample hit　｜　该 Run 中 real_tool Provider Attempt =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普通用户入口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自然语言规划，确认与提交分离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无需理解 MCP；成本边界和人工责任仍由 Core 强制执行。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5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2024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048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4048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889504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278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01  生成 Draft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6758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02  重复执行触发确认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1239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03  confirm 不创建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572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04  submit 才执行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5102352"/>
            <a:ext cx="1993392" cy="65836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523036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run_a1c88b…23fb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3 / 3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 EditFlow 专用脚本，而是可替换的评测控制面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框架、结果来源、裁决方式和消费入口彼此解耦。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847088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1975104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Codex / MCP · Web Assistant · CLI ·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2606040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7128" y="2734056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HTTP/SSE · OpenAI-compatible · AgentScope · AG-UI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Provider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364991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8" y="3493008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Fixture · Approved Sample · Simulator · Real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1952" y="4123944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4251959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Manifest · Cell · Attempt · Event ·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4882896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8" y="5010912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Rule · Judge · Human Review · Report · 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Project isolation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Audit log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Durable job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OTLP →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Failure 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54496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PingFang SC"/>
              </a:rPr>
              <a:t>核心模块可单独使用；AgentTeams 只在动态策展或语义裁决需要时启用。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开源生态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把 AgentScope 的真实闭环经验，抽成可本地部署的开放合同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AgentRig 不是复制一个内部页面，而是开放身份、资产、运行、证据和 Gate。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47088"/>
            <a:ext cx="6757416" cy="36210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kill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65376"/>
            <a:ext cx="6720840" cy="3584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5955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真实工程 Skill 生态（lassist · 已脱敏）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865376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933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AgentScope 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2395728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真实业务评测闭环 · 11 个评测/治理 Skill 常态使用 · AgentTeams 协作范式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3090672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1868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AgentRig 开源内核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621024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协议无关 Driver · 低副作用 Provider · Canonical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4315968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44398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生态消费方式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484632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Codex + 项目 Skill + PI 存档 · 普通用户 Web Assistant · CI / 发布 Gate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5733288"/>
            <a:ext cx="9902952" cy="47548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5861304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公开 EditFlow 证明可复现　｜　真实 lassist 兼容验证证明不是只适配 Demo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证据台账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正式录制已闭环；全部证据来自干净录制库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已证明的事实与尚未证明的边界必须同时出现在结论里。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C84438"/>
                </a:solidFill>
                <a:latin typeface="Helvetica Neue"/>
              </a:rPr>
              <a:t>2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3 次行为失败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同 Case + Manifest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30 /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3576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6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Sample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0 real_tool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Web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确认与提交分离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EditFlow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85CF5"/>
                </a:solidFill>
                <a:latin typeface="Helvetica Neue"/>
              </a:rPr>
              <a:t>34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non-live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315968"/>
            <a:ext cx="10725912" cy="932688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4553712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A76509"/>
                </a:solidFill>
                <a:latin typeface="PingFang SC"/>
              </a:rPr>
              <a:t>诚实边界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89704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Sample 仅覆盖 inspect_image；动态引用等值以 Timeline 展示；正式录制必须生成新 ID；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AgentTeams 外部 Live、目标容量与生产 SLO 不冒充本次 EditFlow 结论。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89888" y="5532120"/>
            <a:ext cx="9418320" cy="64008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715000"/>
            <a:ext cx="8942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Codex 负责思考和改变软件；AgentRig 负责让每次改变可复用、可执行、可追溯。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